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13"/>
    <p:sldId id="267" r:id="rId12"/>
    <p:sldId id="268" r:id="rId11"/>
    <p:sldId id="269" r:id="rId10"/>
    <p:sldId id="270" r:id="rId9"/>
    <p:sldId id="271" r:id="rId8"/>
    <p:sldId id="272" r:id="rId7"/>
    <p:sldId id="273" r:id="rId6"/>
    <p:sldId id="274" r:id="rId32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8.xml"/><Relationship Id="rId7" Type="http://schemas.openxmlformats.org/officeDocument/2006/relationships/slide" Target="slides/slide17.xml"/><Relationship Id="rId8" Type="http://schemas.openxmlformats.org/officeDocument/2006/relationships/slide" Target="slides/slide16.xml"/><Relationship Id="rId9" Type="http://schemas.openxmlformats.org/officeDocument/2006/relationships/slide" Target="slides/slide15.xml"/><Relationship Id="rId10" Type="http://schemas.openxmlformats.org/officeDocument/2006/relationships/slide" Target="slides/slide14.xml"/><Relationship Id="rId11" Type="http://schemas.openxmlformats.org/officeDocument/2006/relationships/slide" Target="slides/slide13.xml"/><Relationship Id="rId12" Type="http://schemas.openxmlformats.org/officeDocument/2006/relationships/slide" Target="slides/slide12.xml"/><Relationship Id="rId13" Type="http://schemas.openxmlformats.org/officeDocument/2006/relationships/slide" Target="slides/slide1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font" Target="fonts/Raleway-regular.fntdata"/><Relationship Id="rId25" Type="http://schemas.openxmlformats.org/officeDocument/2006/relationships/font" Target="fonts/Raleway-bold.fntdata"/><Relationship Id="rId26" Type="http://schemas.openxmlformats.org/officeDocument/2006/relationships/font" Target="fonts/Raleway-italic.fntdata"/><Relationship Id="rId27" Type="http://schemas.openxmlformats.org/officeDocument/2006/relationships/font" Target="fonts/Raleway-boldItalic.fntdata"/><Relationship Id="rId28" Type="http://schemas.openxmlformats.org/officeDocument/2006/relationships/font" Target="fonts/Lato-regular.fntdata"/><Relationship Id="rId29" Type="http://schemas.openxmlformats.org/officeDocument/2006/relationships/font" Target="fonts/Lato-bold.fntdata"/><Relationship Id="rId30" Type="http://schemas.openxmlformats.org/officeDocument/2006/relationships/font" Target="fonts/Lato-italic.fntdata"/><Relationship Id="rId31" Type="http://schemas.openxmlformats.org/officeDocument/2006/relationships/font" Target="fonts/Lato-boldItalic.fntdata"/><Relationship Id="rId32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LLM-Guided Search for Optimal AllToAllV on AWS Trainium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Combining Claude, Genetic Algorithms, and Contention-Guided Synthesis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AllToAllV Matters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Mixture-of-Experts (MoE) training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Tokens routed to specialized experts across ranks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AllToAllV: variable-length all-to-all = core MoE primitive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Called 4x per MoE layer per training step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On AWS Trainium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Must build from XLA primitives (all_gather, collective_permute)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No NCCL; default approaches are slow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Multi-node (EFA) adds cross-node overhead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Trainium trn1.32xlarge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Intra-node topology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- 16 NeuronDevices in 4x4 2D torus, 2 cores each (32 ranks)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NeuronLink: ~192 GB/s per link, 4 links per device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Max 4 hops, avg 2 hops across torus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Inter-node (EFA)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- 8 EFA adapters/node @ 12.5 GB/s each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- 2-node cluster: 64 ranks, 32 devices, NeuronLink + EFA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XLA collective primitives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all_gather: broadcast, single dispatch, HW-optimized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collective_permute: point-to-point, one dispatch per distance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all_to_all: XLA decomposes to internal ring (deceptively slow)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Insight: Dispatch Overhead Dominates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Each XLA op costs ~0.03 ms fixed dispatch overhead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Bandwidth (192 GB/s) is never the bottleneck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Latency is flat from 32 KB to 512 MB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Naive AllGather: 33 XLA ops = ~1.05 ms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Default Ring: 93 XLA ops = ~2.78 ms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Optimized (agent output): 3 XLA ops = ~0.13 ms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Reducing XLA IR node count is the only lever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Pipeline: 5 Phases + Feedback Loops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Phase 1: Agent hardware profiling (LLM builds simulator)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Discovers topology, overheads; writes cost model; validates &lt;20% error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Phase 2: Baseline eval on simulator -&gt; knowledgebase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All templates + GA/SA refinement + LLM candidates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Phase 3: Multi-island evolution with simulator feedback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- 3 islands + CGIS + template evolution (XLA + NKI)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Phase 4: Iterative mini-benchmarking on real HW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Compare HW vs sim; refine simulator if predictions diverge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Phase 5: Final code generation -&gt; trainium_alltoallv.py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Feedback: Phase 2/3 return to Phase 1 to refine simulator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Topology Simulator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Models the 4x4 NeuronLink torus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Per-link bandwidth, latency, hop counts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Simulates 6 algorithm templates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Multi-objective cost function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sim_time + dispatch penalty + hop cost + contention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Limitation: underweights dispatch overhead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Ranked 2-gather above 1-gather; hardware shows opposite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Simulation prunes bad candidates; hardware decides final rank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CGIS: Contention-Guided Iterative Synthesis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Traditional: LLM -&gt; schedule -&gt; score -&gt; LLM (blind)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CGIS: LLM -&gt; schedule -&gt; contention diagnosis -&gt; LLM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"Step 5 saturated link (4,8) at 6x. Separate distances 8 and 24."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LLM makes surgical fix instead of blind mutation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Three components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ContentionAnalyzer: per-link conflict detection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IterativeRefinement: multi-turn LLM + contention feedback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IslandEvolution: 3 islands with LLM crossover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 Evolution: Dual-Backend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Beyond parameter tuning: LLM generates complete Python code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XLA path (default)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Seeds: naive_allgather, allgather_reduce_scatter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TrackedTensor counts XLA IR ops; CollectiveSimulator tests correctness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LLM discovers how to reduce 67 ops -&gt; 4 ops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NKI path (research)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Seeds: nki_naive_allgather, nki_permute_ring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NKI collectives have ~7x higher dispatch than XLA on trn1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5-layer correctness verification for both backends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Convergence (MoE Traffic)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From allgather seed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- 3 rounds, no improvement (already optimal at 493 us)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From hierarchical seed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Baseline: 3615 us (31 collective_permute ops)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Round 1: 493 us -- switched to AllGather pattern (86% improvement)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Round 2: 249 us -- 2-phase subgroup AllGather (50% further)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From permute_ring seed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Round 1: 493 us -- switched to AllGather (86% improvement)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Round 2: failed (tensor shape mismatch)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Output: AllGather + index_select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Algorithm (~3 XLA IR ops total)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Pad send buffer to uniform size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Single all_gather: collect all ranks' buffers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Single index_select: extract needed elements via flat index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On XLA devices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All Python ops trace into HLO at compile time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Flat index = compile-time constant, zero runtime overhead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~0.13 ms on trn1.32xlarge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Single-Node Benchmark (32 ranks, NeuronLink)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59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32KB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128KB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512KB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2MB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8MB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Agent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0.127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AG+ReduceScatter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0.729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NKI AllGather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AllGather+Slice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1.060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Fused AllToAll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1.202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Hierarchical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2.500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Default 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2.716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All values in ms. MoE traffic (Zipf s=1.2). trn1.32xlarge, 20 iters, 5 warmup.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Multi-Node Benchmark (2x trn1.32xlarge, 64 ranks, EFA)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59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64KB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256KB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1MB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4MB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16MB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Agent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0.128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NKI AllGather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1.168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AG+ReduceScatter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1.196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AllGather+Slice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3.557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3.618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Fused AllToAll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4.131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4.293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Hierarchical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2.547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4.201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4.183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2.354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Default 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5.889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5.836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6.116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All values in ms. MoE traffic (Zipf s=1.2). 2-node EFA, 20 iters, 5 warmup.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Cross-Node Penalty (2-node / single-node ratio)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Avg Penalty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Notes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Agent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1.11x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Near-zero cross-node overhead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NKI AllGather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1.28x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Moderate EFA overhead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Hierarchical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1.34x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Topology-aware helps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AG+ReduceScatter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1.84x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 dispatches amplify cross-node cost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Default 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63 steps across EFA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Fused AllToAll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2.21x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Significant cross-node cost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AllGather+Slice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2.36x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Doubles with 2x data volume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Agent's all_gather + index_select scales almost perfectly across EFA.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Observations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Latency flat from 32 KB to 16 MB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Dispatch overhead dominates; NeuronLink/EFA never saturated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XLA op count is the only lever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- 3 ops (0.13 ms)  vs  33 ops (1.05 ms)  vs  93 ops (2.78 ms)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AG+ReduceScatter: 2nd-fastest intra-node (~0.73ms)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But 2nd dispatch doubles cross-node cost (1.84x penalty)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Agent output: ~45x faster than default ring at 2 nodes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- 1 dispatch + ~3 XLA ops, 1.11x cross-node penalty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LLM Actually Discovered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From naive_allgather seed (67 local ops)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Round 1: 67 -&gt; 35 ops (removes redundant slices)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Round 2: scatter_ + index_select = 4 ops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From allgather_reduce_scatter seed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LLM explores AG+RS pattern but can't beat 1-dispatch AG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From permute_ring seed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Switches to AllGather pattern (86% improvement)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Agent independently arrives at all_gather + index_select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Not shown the answer; discovers it from naive seeds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Simulator vs Hardware Gap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Simulator #1: 2-gather (249 us) -&gt; Hardware: 0.25 ms (3rd)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Simulator #2: 1-gather (493 us) -&gt; Hardware: 0.13 ms (1st)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Simulator #4: fused (143 us) -&gt; Hardware: 1.20 ms (5th)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Root cause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Simulator models bandwidth and contention well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But underweights XLA dispatch overhead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On real hardware, dispatch cost &gt;&gt; link utilization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Takeaway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Simulation prunes clearly bad candidates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Final ranking must come from hardware measurement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LLMs are search heuristics, not inventors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Selected known patterns from prompt context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Efficiently navigated search space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Structured feedback (CGIS) &gt;&gt; blind scoring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Per-step contention diagnosis enables surgical fixes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Correctness verification is essential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LLM-generated code fails ~30% of the time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- 5-layer verification catches subtle distributed bugs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Improve simulator fidelity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XLA op count as first-class cost; profile-guided calibration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Simulator underweights dispatch overhead vs bandwidth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Reduce LLM prompt leakage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Don't show all templates as references; force composition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End-to-end MoE training integration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Measure wall-clock speedup, not just AllToAllV latency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Larger multi-node (4+ nodes)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Test whether agent pattern stays optimal at higher node counts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Problem: AllToAllV on Trainium is 8-23x slower than optimal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Approach: Hardware-agnostic 5-phase agent pipeline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LLM-built simulator + evolution + HW validation + feedback loops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- 5-layer correctness verification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Result: ~0.13 ms (3 XLA ops), 1.11x cross-node penalty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- 8x vs naive AllGather, 23x vs default ring (single-node)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~45x faster than default ring at 2 nodes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Drop-in module: runtime/trainium_alltoallv.py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500"/>
            </a:pPr>
            <a:r>
              <a:t>Insight: dispatch overhead &gt;&gt; bandwidth at all scales tested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/>
            </a:pPr>
            <a:r>
              <a:t>- Agent independently discovers optimal pattern from naive seeds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